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94fb981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94fb981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94fb9817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94fb9817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94fb9817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94fb9817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94fb9817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94fb9817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94fb9817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94fb9817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94fb9817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94fb9817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94fb9817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94fb9817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94fb9817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894fb9817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94fb9817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94fb9817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94fb9817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94fb9817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94fb98179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94fb98179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94fb9817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94fb9817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94fb98179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94fb9817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94fb98179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94fb98179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94fb98179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94fb98179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94fb98179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94fb9817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94fb98179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894fb98179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94fb98179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894fb98179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94fb98179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894fb98179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94fb98179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894fb98179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94fb98179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894fb98179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94fb98179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894fb98179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894fb98179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894fb98179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Likelihood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Midterm explained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Likelihood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Midterm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Due October 14th by the end of the day (11:59 pm </a:t>
            </a:r>
            <a:r>
              <a:rPr b="1" lang="en"/>
              <a:t>firm deadline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Take-home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Open everything (but no AI for written components)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Submit via canvas (file or Github link to a file)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Midterm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parts: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Writing about analyses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Draft part of a short paper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Use data of your choice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Builds heavily on assignment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Identify which mathematical functions and distributions to use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Given 3 datasets, decide which function and </a:t>
            </a:r>
            <a:r>
              <a:rPr lang="en"/>
              <a:t>distribution</a:t>
            </a:r>
            <a:r>
              <a:rPr lang="en"/>
              <a:t> to use for each.  Explain why.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Power analysis to understand how sample size and slope impact power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Builds off of what we did in class.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I provide code to help get you started.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Possible solutions range from pretty easy to more complicated.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Midterm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part 1 I ask you to cite R and any packages used.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how to get that information: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# Citing 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citation()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# Citing an R package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citation("bbmle")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Midterm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time: going from parameters to data</a:t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7663"/>
            <a:ext cx="3060199" cy="21171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 txBox="1"/>
          <p:nvPr/>
        </p:nvSpPr>
        <p:spPr>
          <a:xfrm>
            <a:off x="851200" y="970600"/>
            <a:ext cx="13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y</a:t>
            </a:r>
            <a:r>
              <a:rPr lang="en" sz="1800">
                <a:solidFill>
                  <a:schemeClr val="dk2"/>
                </a:solidFill>
              </a:rPr>
              <a:t> = 2 + 1*x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312" y="3431319"/>
            <a:ext cx="2299575" cy="15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1173488" y="2937425"/>
            <a:ext cx="98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SD = 2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1999" y="1645825"/>
            <a:ext cx="3317126" cy="22949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90;p18"/>
          <p:cNvCxnSpPr>
            <a:stCxn id="85" idx="3"/>
          </p:cNvCxnSpPr>
          <p:nvPr/>
        </p:nvCxnSpPr>
        <p:spPr>
          <a:xfrm>
            <a:off x="3060199" y="2076250"/>
            <a:ext cx="1341900" cy="504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" name="Google Shape;91;p18"/>
          <p:cNvCxnSpPr>
            <a:stCxn id="87" idx="3"/>
          </p:cNvCxnSpPr>
          <p:nvPr/>
        </p:nvCxnSpPr>
        <p:spPr>
          <a:xfrm flipH="1" rot="10800000">
            <a:off x="2679887" y="3026794"/>
            <a:ext cx="1801500" cy="120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Now: Going from data to parameters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49" y="1616100"/>
            <a:ext cx="3317126" cy="2294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2963" y="1017663"/>
            <a:ext cx="3060199" cy="21171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6054163" y="970600"/>
            <a:ext cx="13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y = 2 + 1*x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3275" y="3431319"/>
            <a:ext cx="2299575" cy="15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/>
        </p:nvSpPr>
        <p:spPr>
          <a:xfrm>
            <a:off x="6376450" y="2937425"/>
            <a:ext cx="98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SD = 2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2" name="Google Shape;102;p19"/>
          <p:cNvCxnSpPr/>
          <p:nvPr/>
        </p:nvCxnSpPr>
        <p:spPr>
          <a:xfrm>
            <a:off x="3262500" y="3086100"/>
            <a:ext cx="2061300" cy="872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p19"/>
          <p:cNvCxnSpPr/>
          <p:nvPr/>
        </p:nvCxnSpPr>
        <p:spPr>
          <a:xfrm flipH="1" rot="10800000">
            <a:off x="3185312" y="1728394"/>
            <a:ext cx="1801500" cy="120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estimate parameters from data?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most cases, we have data but what we want to know are the parameters, e.g.: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Slope: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how much does body size change with latitude?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How does species richness change with depth?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Intercepts: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Do some species consume more than others?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Are some species usually more common than others?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Variation: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Does variation in egg size change with body size?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Do leaves vary more within a given species at high latitude?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estimate parameters from data?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Select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Adjust the model parameters to maximize likelihood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Figure out which model(s) fit the data best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estimate parameters from data?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Select models </a:t>
            </a:r>
            <a:r>
              <a:rPr b="1" lang="en">
                <a:solidFill>
                  <a:srgbClr val="980000"/>
                </a:solidFill>
              </a:rPr>
              <a:t>[We’ve done this]</a:t>
            </a:r>
            <a:endParaRPr b="1">
              <a:solidFill>
                <a:srgbClr val="98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Adjust the model parameters to maximize likelihood </a:t>
            </a:r>
            <a:r>
              <a:rPr b="1" lang="en">
                <a:solidFill>
                  <a:srgbClr val="980000"/>
                </a:solidFill>
              </a:rPr>
              <a:t>[This week]</a:t>
            </a:r>
            <a:endParaRPr b="1">
              <a:solidFill>
                <a:srgbClr val="98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Figure out which model(s) fit the data best </a:t>
            </a:r>
            <a:r>
              <a:rPr b="1" lang="en">
                <a:solidFill>
                  <a:srgbClr val="980000"/>
                </a:solidFill>
              </a:rPr>
              <a:t>[Next week]</a:t>
            </a:r>
            <a:endParaRPr b="1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likelihood?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case: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probability of seeing the data we collected, give a particular model.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375" y="2795095"/>
            <a:ext cx="2879675" cy="199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6275" y="2716828"/>
            <a:ext cx="3105876" cy="2148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70388" y="2716845"/>
            <a:ext cx="3105876" cy="214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 txBox="1"/>
          <p:nvPr/>
        </p:nvSpPr>
        <p:spPr>
          <a:xfrm>
            <a:off x="884025" y="2491475"/>
            <a:ext cx="178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Observed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3870804" y="2445665"/>
            <a:ext cx="178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Model 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3" name="Google Shape;133;p23"/>
          <p:cNvSpPr txBox="1"/>
          <p:nvPr/>
        </p:nvSpPr>
        <p:spPr>
          <a:xfrm>
            <a:off x="6718829" y="2445673"/>
            <a:ext cx="178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Model B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maximize likelihood?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Given data an a model, we find the parameters that give us the highest likelihood</a:t>
            </a:r>
            <a:endParaRPr/>
          </a:p>
        </p:txBody>
      </p:sp>
      <p:pic>
        <p:nvPicPr>
          <p:cNvPr id="140" name="Google Shape;1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375" y="2279754"/>
            <a:ext cx="2879675" cy="199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4"/>
          <p:cNvSpPr txBox="1"/>
          <p:nvPr/>
        </p:nvSpPr>
        <p:spPr>
          <a:xfrm>
            <a:off x="884025" y="1976134"/>
            <a:ext cx="178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Observed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2" name="Google Shape;142;p24"/>
          <p:cNvSpPr txBox="1"/>
          <p:nvPr/>
        </p:nvSpPr>
        <p:spPr>
          <a:xfrm>
            <a:off x="4075150" y="2095050"/>
            <a:ext cx="5091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Normal distribution with: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Mean = 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Variance = 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Tadpole data</a:t>
            </a:r>
            <a:endParaRPr/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the data on tadpole predation from the emdbook package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Contains information on number of tadpoles initially and the number that survived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library(emdbook)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data("ReedfrogPred")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Tadpole data</a:t>
            </a:r>
            <a:endParaRPr/>
          </a:p>
        </p:txBody>
      </p:sp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simplify things, we’re going to start with a single treatment: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Small individuals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Stocking density of 10 tadpoles per tank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might we narrow down the data to only this subset?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Subsetting</a:t>
            </a:r>
            <a:endParaRPr/>
          </a:p>
        </p:txBody>
      </p:sp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subset()</a:t>
            </a:r>
            <a:r>
              <a:rPr lang="en"/>
              <a:t> function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subset(x, subset, select, drop = FALSE, ...)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 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Subsetting</a:t>
            </a:r>
            <a:endParaRPr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  x &lt;- subset(x = ReedfrogPred,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subset = density == 10 &amp;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pred == "pred" &amp;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size=="small")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Check to make sure x only has the expected subset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/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that we have data, we need a </a:t>
            </a:r>
            <a:r>
              <a:rPr b="1" lang="en"/>
              <a:t>function</a:t>
            </a:r>
            <a:r>
              <a:rPr lang="en"/>
              <a:t> to optimize.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Functions in 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Lots of them built in (e.g., lm(), mean(), plot())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Others in packages (e.g., ggplot(), readxl())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easily write your own! (super helpful)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/>
          </a:p>
        </p:txBody>
      </p:sp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311700" y="1152475"/>
            <a:ext cx="8520600" cy="38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 of a function in R: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function_name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	&lt;-  function(x,y){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utput &lt;-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ome_operation_using_variables(x,y)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return(output)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Then you use it like any other function: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function_results &lt;-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function_name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(x = 1, y = 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example</a:t>
            </a:r>
            <a:endParaRPr/>
          </a:p>
        </p:txBody>
      </p:sp>
      <p:sp>
        <p:nvSpPr>
          <p:cNvPr id="184" name="Google Shape;184;p31"/>
          <p:cNvSpPr txBox="1"/>
          <p:nvPr>
            <p:ph idx="1" type="body"/>
          </p:nvPr>
        </p:nvSpPr>
        <p:spPr>
          <a:xfrm>
            <a:off x="311700" y="1152475"/>
            <a:ext cx="8520600" cy="38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c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alculate_mean &lt;- function(x){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ut &lt;- sum(x)/length(x)	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	return(out)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Should give the same results as R’s mean function: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calculate_mean(x = c(1,2,3))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mean(c(1,2,3))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Negative log likelihood function</a:t>
            </a:r>
            <a:endParaRPr/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311700" y="1152475"/>
            <a:ext cx="8520600" cy="37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 has ways of </a:t>
            </a:r>
            <a:r>
              <a:rPr lang="en"/>
              <a:t>optimizing</a:t>
            </a:r>
            <a:r>
              <a:rPr lang="en"/>
              <a:t> the values in functions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However, to use them we need a function to optimize: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binomNLL1 &lt;- function(p,k,N){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-sum(dbinom(x = k,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prob = p,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size = N,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log = TRUE)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</a:t>
            </a:r>
            <a:endParaRPr/>
          </a:p>
        </p:txBody>
      </p:sp>
      <p:pic>
        <p:nvPicPr>
          <p:cNvPr id="196" name="Google Shape;1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350" y="2706250"/>
            <a:ext cx="3456976" cy="239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9725" y="2706250"/>
            <a:ext cx="3375700" cy="233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3"/>
          <p:cNvSpPr txBox="1"/>
          <p:nvPr/>
        </p:nvSpPr>
        <p:spPr>
          <a:xfrm>
            <a:off x="636250" y="1213025"/>
            <a:ext cx="6620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Brute force option: try a bunch of numbers and pick the best one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Algorithms are usually a better option. R has many options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The shape of the NLL surface makes it easier to optimize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Optimizing using optim</a:t>
            </a:r>
            <a:endParaRPr/>
          </a:p>
        </p:txBody>
      </p:sp>
      <p:sp>
        <p:nvSpPr>
          <p:cNvPr id="204" name="Google Shape;20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optim()</a:t>
            </a:r>
            <a:r>
              <a:rPr lang="en"/>
              <a:t> handles optimization/minimization and is used for model fitting: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opt1 &lt;- optim(fn = binomNLL1,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par = c(p = 0.5), # starting parameter estimate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N = x$density, # individuals in each trial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k = x$surv, # survival rate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method = "BFGS")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 results</a:t>
            </a:r>
            <a:endParaRPr/>
          </a:p>
        </p:txBody>
      </p:sp>
      <p:sp>
        <p:nvSpPr>
          <p:cNvPr id="210" name="Google Shape;210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opt1$par # the optimal parameter estimate for predation prob 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opt1$value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# negative log likelihood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get likelihood, make it positive and exponentiate: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exp(-opt1$value)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Try this out and see what values you got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 using mle2</a:t>
            </a:r>
            <a:endParaRPr/>
          </a:p>
        </p:txBody>
      </p:sp>
      <p:sp>
        <p:nvSpPr>
          <p:cNvPr id="216" name="Google Shape;21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lang="en"/>
              <a:t>le2 is a function by Ben Bolker designed to be more intuitive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library(bbmle)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m1 &lt;- mle2(minuslogl = binomNLL1,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start = c(p=0.5), #starting parameters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method = "BFGS",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data = list(N= 10, k = k) #individuals pertrial (N) and survival (k)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m1@coef # estimated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parameters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(p)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exp(-m1@min) # maximum likelihood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/>
          <p:nvPr>
            <p:ph idx="1" type="body"/>
          </p:nvPr>
        </p:nvSpPr>
        <p:spPr>
          <a:xfrm>
            <a:off x="311700" y="390475"/>
            <a:ext cx="8520600" cy="41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Remainder of Class: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 through the example in 6.2.1.2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Before next class: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 6.3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