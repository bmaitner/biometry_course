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43e0b0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43e0b0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43e0b0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43e0b0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43e0b0d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43e0b0d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943e0b0d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943e0b0d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43e0b0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43e0b0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43e0b0d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43e0b0d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062905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2062905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43e0b0d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43e0b0d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43e0b0d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43e0b0d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43e0b0d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43e0b0d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43e0b0d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43e0b0d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43e0b0d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43e0b0d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43e0b0d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43e0b0d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43e0b0d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43e0b0d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43e0b0d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43e0b0d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43e0b0d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43e0b0d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943e0b0d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943e0b0d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943e0b0d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943e0b0d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943e0b0d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943e0b0d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943e0b0d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943e0b0d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943e0b0d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943e0b0d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43e0b0d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43e0b0d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943e0b0d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943e0b0d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943e0b0d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943e0b0d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943e0b0d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943e0b0d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943e0b0d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943e0b0d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43e0b0d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943e0b0d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943e0b0d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943e0b0d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943e0b0d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943e0b0d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reprex.tidyverse.org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r4ds.hadley.nz/workflow-scrip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help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 Project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Debugging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AI and coding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Due December 11th by midnight (note: this is a Thursday)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3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 (submitted as R or .Rmd)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Written portion (Word document)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Presentation (Google slides)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Designed to build on your previous work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 Code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Upload to canvas or give a Github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be fully reproducible and well-documented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build on what you’ve been doing in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essentially be a full analysis now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Loading data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Any needed transformations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 needed to justify any modelling decisions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Model selection steps (if needed)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Statistical analyses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Figures with ggplot2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 Writing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updated draft of your midterm 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 three sections as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Introduction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Results need to include the results of a statistical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Figures should also be improved (e.g., using ggplot2)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Feedback </a:t>
            </a:r>
            <a:r>
              <a:rPr lang="en"/>
              <a:t>from previous draft should be incorporated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 </a:t>
            </a:r>
            <a:r>
              <a:rPr lang="en"/>
              <a:t>Presentation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Approximately 5-minute 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Done during our scheduled final exam period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Suggested format: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Title slide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Background information: 1-2 slides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What is your question? Why does it matter?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Methods: 1-2 slides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 How did you investigate your question?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Results: 1-2 slides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Figure(s)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Statistical results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What does it mean ecologically? In terms of your question?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 Presentation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Aim to minimize text (7x7 rule)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Practice your timing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Lose points for talking too long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 Questions?</a:t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Something you’ve already all had to 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critical part of working with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different techniques you’ll pick up over time, e.g.: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Overflow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Line-by-line running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message() feedback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(but also a major source of bugs)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Workflow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Re-read code for obvious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Run code line by line to find where things break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Google the error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Google a description of the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Post on StackOverflow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an Issue to the package’s Github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Dig in to underlying code to fix the error yourself</a:t>
            </a:r>
            <a:endParaRPr/>
          </a:p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errors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look for: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Comma, </a:t>
            </a:r>
            <a:r>
              <a:rPr lang="en"/>
              <a:t>quotation</a:t>
            </a:r>
            <a:r>
              <a:rPr lang="en"/>
              <a:t> mark, and parentheses placement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Variable names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Variable class (e.g., factor vs numeric)</a:t>
            </a:r>
            <a:endParaRPr/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practice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library(reprex)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traits &lt;- read_rds("https://tinyurl.com/amniotes")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practice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traits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group_by(class)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summarise(mean_mass = mean(adult_body_mass_g))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practice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data.frame(scientific_name = paste(traits[4,],traits[5,]))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practice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traits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group_by(class)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summarise(SD_svl = sd(adult_svl))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practice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traits 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mutate(svl_mass_ratio = adult_svl_cm/adult_body_mass_g)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complex issues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is harder when working with for(), while(), apply(),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these cases you can: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message() if you need to figure out where things break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line-by-line to look for errors within loops/applies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only the instances that failed line-by-line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R write output to figure out where things work/break</a:t>
            </a:r>
            <a:endParaRPr/>
          </a:p>
        </p:txBody>
      </p:sp>
      <p:sp>
        <p:nvSpPr>
          <p:cNvPr id="159" name="Google Shape;1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Harder debugging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 # Calculate offspring per year, skipping those with NA data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annual_fecundity &lt;- NULL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1:length(unique(traits$species))){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species_i &lt;- paste(traits$genus[i]," ",traits$species[i],sep = "")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offspring_per_clutch &lt;- traits$litter_or_clutch_size_n[i]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clutches_per_year &lt;- traits$litters_or_clutches_per_y[i]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# Don't include values with NAs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if(is.na(offspring_per_clutch)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is.na(clutches_per_year)){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next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offspring_per_clutch*clutches_per_year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out &lt;- data.frame(species = species_i,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annual_offspring = offspring_per_clutch*clutches_per_year)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annual_fecundity &lt;- bind_rows(annual_fecundity,out)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# end i loop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Harder debugging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# Break data into family-sized batches and save them as RDS files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 # make a temp folder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family_folder &lt;- tempdir()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 # Get data for each family and save as an RDS file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for(i in 1:length(unique(traits[,4]))){   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group_i &lt;-   unique(traits[,4])[i]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data_i &lt;- traits[which(traits[,4] == group_i),]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data_i |&gt;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saveRDS(file.path(genus_folder,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paste(unique(data_i[,3]), ".rds",sep = "")))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 # Look at output files  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family_files &lt;- list.files(family_folder,pattern = ".rds",full.names = TRUE)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 # Load an example</a:t>
            </a:r>
            <a:endParaRPr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test &lt;- readRDS(family_files[i])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can’t figure it out yourself, try Google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big part of coding is Googling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 “R” and package names where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Pasting in the error you receive can help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reprex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you’ve tried </a:t>
            </a:r>
            <a:r>
              <a:rPr lang="en"/>
              <a:t>everything</a:t>
            </a:r>
            <a:r>
              <a:rPr lang="en"/>
              <a:t> and can’t figure it out: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Ask on stackoverflow using a reproducible example (reprex)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Open and Issue on Github (also using reprex)</a:t>
            </a:r>
            <a:endParaRPr/>
          </a:p>
        </p:txBody>
      </p:sp>
      <p:sp>
        <p:nvSpPr>
          <p:cNvPr id="187" name="Google Shape;18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Overflow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Stack Exchange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Great resources</a:t>
            </a:r>
            <a:endParaRPr/>
          </a:p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 rotWithShape="1">
          <a:blip r:embed="rId3">
            <a:alphaModFix/>
          </a:blip>
          <a:srcRect b="0" l="17655" r="17048" t="14104"/>
          <a:stretch/>
        </p:blipFill>
        <p:spPr>
          <a:xfrm>
            <a:off x="2997425" y="53025"/>
            <a:ext cx="5970701" cy="441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3"/>
          <p:cNvCxnSpPr/>
          <p:nvPr/>
        </p:nvCxnSpPr>
        <p:spPr>
          <a:xfrm rot="10800000">
            <a:off x="7605975" y="778550"/>
            <a:ext cx="509100" cy="423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issues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to note bugs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reprex</a:t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 rotWithShape="1">
          <a:blip r:embed="rId3">
            <a:alphaModFix/>
          </a:blip>
          <a:srcRect b="0" l="0" r="5917" t="13688"/>
          <a:stretch/>
        </p:blipFill>
        <p:spPr>
          <a:xfrm>
            <a:off x="2448936" y="507500"/>
            <a:ext cx="6620587" cy="341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34"/>
          <p:cNvCxnSpPr/>
          <p:nvPr/>
        </p:nvCxnSpPr>
        <p:spPr>
          <a:xfrm rot="10800000">
            <a:off x="2610950" y="975425"/>
            <a:ext cx="509100" cy="423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reprex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package reprex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Helps you make an easily reproducible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your example is not reproducible, people will be jerks to you online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(If your example is </a:t>
            </a:r>
            <a:r>
              <a:rPr lang="en"/>
              <a:t>reproducible</a:t>
            </a:r>
            <a:r>
              <a:rPr lang="en"/>
              <a:t>, people may still be jerks)</a:t>
            </a:r>
            <a:endParaRPr/>
          </a:p>
        </p:txBody>
      </p:sp>
      <p:sp>
        <p:nvSpPr>
          <p:cNvPr id="212" name="Google Shape;21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reprex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reprex({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traits &lt;- read_rds("https://tinyurl.com/amniotes")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traits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ggplot(mapping = aes(x=adult_body_mass_g,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y=adult_svl_cm))+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geom_point()+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scale_y_log10()+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scale_x_log10()+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geom_smooth(method = "lm")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examine the output.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reprex</a:t>
            </a:r>
            <a:endParaRPr/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7"/>
          <p:cNvSpPr txBox="1"/>
          <p:nvPr/>
        </p:nvSpPr>
        <p:spPr>
          <a:xfrm>
            <a:off x="424206" y="1208988"/>
            <a:ext cx="3000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traits </a:t>
            </a:r>
            <a:r>
              <a:rPr lang="en" sz="1000">
                <a:solidFill>
                  <a:srgbClr val="0086B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&lt;-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read_rds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18369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"https://tinyurl.com/amniotes"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69896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#&gt; Error in read_rds("https://tinyurl.com/amniotes"): could not find function "read_rds"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traits 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ggplot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mapping =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aes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x=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adult_body_mass_g,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y=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adult_svl_cm))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geom_point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scale_y_log10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scale_x_log10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63A35C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geom_smooth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8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method =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18369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"lm"</a:t>
            </a:r>
            <a:r>
              <a:rPr lang="en" sz="1000">
                <a:solidFill>
                  <a:srgbClr val="33333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69896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#&gt; Error in ggplot(traits, mapping = aes(x = adult_body_mass_g, y = adult_svl_cm)): could not find function "ggplot"</a:t>
            </a:r>
            <a:endParaRPr sz="1000">
              <a:solidFill>
                <a:srgbClr val="969896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aseline="30000" lang="en" sz="1200">
                <a:solidFill>
                  <a:srgbClr val="333333"/>
                </a:solidFill>
              </a:rPr>
              <a:t>Created on 2025-11-24 with </a:t>
            </a:r>
            <a:r>
              <a:rPr baseline="30000" lang="en" sz="1200">
                <a:solidFill>
                  <a:srgbClr val="4078C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reprex v2.1.1</a:t>
            </a:r>
            <a:endParaRPr baseline="30000" sz="1200">
              <a:solidFill>
                <a:srgbClr val="4078C0"/>
              </a:solidFill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4305900" y="916275"/>
            <a:ext cx="45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Make a version without the error message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for help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asking for help online or reporting an issue: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very nice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you supply a well made reprex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Remember that you’re asking for a favor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Assume the issue is user error on your end</a:t>
            </a:r>
            <a:endParaRPr/>
          </a:p>
        </p:txBody>
      </p:sp>
      <p:sp>
        <p:nvSpPr>
          <p:cNvPr id="234" name="Google Shape;23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from AI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newer option is to ask AI for help (e.g., ChatGPT)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ChatGPT can be used for: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Writing bits of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Finding packages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Summarizing what code is doing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Debugging</a:t>
            </a:r>
            <a:endParaRPr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using AI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training information may be outdated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Often hallucinates packages,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Will confidently give you wrong answers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still need to be able to debug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Issues with </a:t>
            </a:r>
            <a:r>
              <a:rPr lang="en"/>
              <a:t>sustainability</a:t>
            </a:r>
            <a:r>
              <a:rPr lang="en"/>
              <a:t> of AI data centers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Issues with proper crediting of </a:t>
            </a:r>
            <a:r>
              <a:rPr lang="en"/>
              <a:t>people</a:t>
            </a:r>
            <a:r>
              <a:rPr lang="en"/>
              <a:t> writing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Ultimately you still need to justify your decisions based on the literature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“ChatGPT said to do it this way” isn’t </a:t>
            </a:r>
            <a:r>
              <a:rPr lang="en"/>
              <a:t>acceptable</a:t>
            </a:r>
            <a:r>
              <a:rPr lang="en"/>
              <a:t> </a:t>
            </a:r>
            <a:endParaRPr/>
          </a:p>
        </p:txBody>
      </p: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ChatGPT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have ChatGPT, try giving it some code with an error in it.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it identify what the error is?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it suggest a solution?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the solution actually work?</a:t>
            </a:r>
            <a:endParaRPr/>
          </a:p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Take-away: General debugging workflow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Re-read code for obvious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Run code line by line to find where things break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Google the error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Google a description of the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Post on StackOverflow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an Issue to the package’s Github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Dig in to underlying code to fix the error yourself</a:t>
            </a:r>
            <a:endParaRPr/>
          </a:p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“R for Data Science” chapter 6: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https://r4ds.hadley.nz/workflow-scripts.html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quiz</a:t>
            </a:r>
            <a:endParaRPr/>
          </a:p>
        </p:txBody>
      </p:sp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