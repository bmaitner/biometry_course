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bc2b2b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bc2b2b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fdd263a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fdd263a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fdd263a0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fdd263a0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fdd263a0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fdd263a0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dd263a0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fdd263a0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fdd263a0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fdd263a0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fdd263a0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fdd263a0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fdd263a0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fdd263a0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fdd263a0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fdd263a0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fdd263a0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fdd263a0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fdd263a0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fdd263a0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fdd263a0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fdd263a0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fdd263a0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fdd263a0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fdd263a0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fdd263a0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fdd263a0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fdd263a0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fdd263a0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fdd263a0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fdd263a0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fdd263a0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fdd263a0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fdd263a0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fdd263a0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fdd263a0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fdd263a0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fdd263a0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fdd263a0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fdd263a0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fdd263a0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fdd263a0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fdd263a0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fdd263a0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fdd263a0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fdd263a0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fdd263a0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fdd263a0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Linear Models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GLMS (9.1 - 9.2)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Previously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talked about the different steps of the modelling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 We’ve focused on how to build models from component bits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E.g., distributions + functional forms + parameters + fitting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Today, we’ll look at an alternative route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Linear Models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GLMs among the most common analyses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Have a standard format of writing (makes reporting easier)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Pre-built functions (makes writing methods easier)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Lots of helper 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less flexible than MLE approaches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Linear Models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general linear model?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Normal error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Observed values are independent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Constant variance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measurement 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Linear with respect to the parameters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Linearity in GLMs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r>
              <a:rPr lang="en"/>
              <a:t> ~ a + bx</a:t>
            </a:r>
            <a:r>
              <a:rPr baseline="30000" lang="en"/>
              <a:t>2</a:t>
            </a:r>
            <a:endParaRPr baseline="300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Linear: </a:t>
            </a:r>
            <a:r>
              <a:rPr lang="en"/>
              <a:t>x</a:t>
            </a:r>
            <a:r>
              <a:rPr baseline="30000" lang="en"/>
              <a:t>2 </a:t>
            </a:r>
            <a:r>
              <a:rPr lang="en"/>
              <a:t>is basically just a transformation (like log-transforming)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So still just a parameter multiplied by a predictor variable (hence linear)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</a:t>
            </a:r>
            <a:r>
              <a:rPr lang="en"/>
              <a:t> ~ a + bx</a:t>
            </a:r>
            <a:r>
              <a:rPr baseline="30000" lang="en"/>
              <a:t>c</a:t>
            </a:r>
            <a:endParaRPr baseline="30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NOT linear: </a:t>
            </a:r>
            <a:r>
              <a:rPr lang="en"/>
              <a:t>x</a:t>
            </a:r>
            <a:r>
              <a:rPr baseline="30000" lang="en"/>
              <a:t>c</a:t>
            </a:r>
            <a:r>
              <a:rPr lang="en"/>
              <a:t> </a:t>
            </a:r>
            <a:r>
              <a:rPr lang="en"/>
              <a:t>is not a transformed predictor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Predictor variable raised to a parameter, so non-linear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get some data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grab the Avonet data for the parrot family: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library(readr)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library(bbmle)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 &lt;- read_rds("https://tinyurl.com/avonetdata")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filter(Family1 == "Psittacidae")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Run this and make sure the data load alright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Linear Regression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A.k.a. Ordinary Linear Regression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Single, continuous </a:t>
            </a:r>
            <a:r>
              <a:rPr lang="en"/>
              <a:t>predictor</a:t>
            </a:r>
            <a:r>
              <a:rPr lang="en"/>
              <a:t> variable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Let’s compare the linear regression </a:t>
            </a:r>
            <a:r>
              <a:rPr lang="en"/>
              <a:t>approach</a:t>
            </a:r>
            <a:r>
              <a:rPr lang="en"/>
              <a:t> to the MLE approach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Linear Regression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going to look at Beak Width vs Beak Depth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plot(avo$Beak.Depth, avo$Beak.Width)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 the MLE </a:t>
            </a:r>
            <a:r>
              <a:rPr lang="en"/>
              <a:t>approach</a:t>
            </a:r>
            <a:r>
              <a:rPr lang="en"/>
              <a:t>, this would look like: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avo.mle &lt;- mle2(data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minuslogl = Beak.Width ~ dnorm(mean = int + a*Beak.Depth,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sd = sd),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start = list(int = 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a = 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sd = 1))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now.  How do you get a model summary? Model fit look ok?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Linear Regression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equivalent simple linear regression is: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formula = Beak.Width ~ Beak.Depth)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5200C"/>
                </a:solidFill>
              </a:rPr>
              <a:t>Run this.  </a:t>
            </a:r>
            <a:endParaRPr>
              <a:solidFill>
                <a:srgbClr val="85200C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5200C"/>
                </a:solidFill>
              </a:rPr>
              <a:t>How do we get a summary of this model? </a:t>
            </a:r>
            <a:endParaRPr>
              <a:solidFill>
                <a:srgbClr val="85200C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85200C"/>
                </a:solidFill>
              </a:rPr>
              <a:t>How does the fitted model compare with our mle2 fit?</a:t>
            </a:r>
            <a:endParaRPr>
              <a:solidFill>
                <a:srgbClr val="85200C"/>
              </a:solidFill>
            </a:endParaRPr>
          </a:p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r>
              <a:rPr lang="en"/>
              <a:t>m vs mle2 syntax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avo.mle &lt;- mle2(data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minuslogl = Beak.Width ~ dnorm(mean = int + a*Beak.Depth,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sd = sd),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start = list(int = 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a = 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sd = 1))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avo.lm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formula = Beak.Width ~ Beak.Depth)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What are the differences you see?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lm vs mle2 syntax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r>
              <a:rPr lang="en"/>
              <a:t>m: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Fits intercept and sd automatically (remove intercept with -1)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Don’t need to specify parameter names (e.g., a*Beak.Depth)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Don’t need to specify start values (but you can)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r>
              <a:rPr lang="en"/>
              <a:t>m parameters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get some of the key parameters: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avo.lm$coefficients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avo.lm.summary &lt;- summary(avo.lm)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avo.lm.summary$r.squared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avo.lm.summary$sigma #Equivalent to the SD in our mle2 fit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avo.lm.summary$coefficients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out. How does this compare with getting mle2 parameters?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the approaches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the AICs of the two models compare?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Linear Regression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simple linear regression with more parameters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new </a:t>
            </a:r>
            <a:r>
              <a:rPr lang="en"/>
              <a:t>predictors</a:t>
            </a:r>
            <a:r>
              <a:rPr lang="en"/>
              <a:t> or powers of existing predictor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parameters are powers of predictors: Polynomial regression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</a:t>
            </a:r>
            <a:r>
              <a:rPr lang="en"/>
              <a:t>r e</a:t>
            </a:r>
            <a:r>
              <a:rPr lang="en"/>
              <a:t>.g., quadratic for ^2, cubic for ^3,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 if we add in another predictor of Beak Width, it’s a multiple regression</a:t>
            </a:r>
            <a:endParaRPr/>
          </a:p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Polynomials in lm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129375" y="1152475"/>
            <a:ext cx="8703000" cy="3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Polynomials are pretty easy in mle2, but have special syntax in lm()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avo.mle.poly &lt;- mle2(data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minuslogl = Beak.Width ~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dnorm(mean = int + a*Beak.Depth +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b*Beak.Depth^2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sd = sd),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start = list(int = 0,a = 1,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b = 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sd = 1))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avo.lm.poly.1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formula = Beak.Width ~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poly(Beak.Depth,2)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avo.lm.poly.3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formula = Beak.Width ~ Beak.Depth + </a:t>
            </a:r>
            <a:r>
              <a:rPr lang="en">
                <a:solidFill>
                  <a:srgbClr val="A61C00"/>
                </a:solidFill>
                <a:latin typeface="Consolas"/>
                <a:ea typeface="Consolas"/>
                <a:cs typeface="Consolas"/>
                <a:sym typeface="Consolas"/>
              </a:rPr>
              <a:t>I(Beak.Depth^2)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these three out and compare the fits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Polynomials in lm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129375" y="1152475"/>
            <a:ext cx="8703000" cy="3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Fitting polynomials in 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I()</a:t>
            </a:r>
            <a:r>
              <a:rPr lang="en"/>
              <a:t> function 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makes R take things “as is”, e.g.,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I(Beak.Depth^2)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Easier to interpret coefficients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cause issues with correlated predictors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poly()</a:t>
            </a:r>
            <a:r>
              <a:rPr lang="en"/>
              <a:t> function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all polynomial terms up to the degree specified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poly(Beak.Depth)</a:t>
            </a:r>
            <a:r>
              <a:rPr lang="en"/>
              <a:t> will give us both Beak.Depth and Beak.Depth</a:t>
            </a:r>
            <a:r>
              <a:rPr baseline="30000" lang="en"/>
              <a:t>2</a:t>
            </a:r>
            <a:endParaRPr baseline="300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uncorrelated polynomials (better statistically)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Harder to interpret coefficients</a:t>
            </a:r>
            <a:endParaRPr/>
          </a:p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predictors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193025" y="1152475"/>
            <a:ext cx="878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adding Beak Length (nares) to the 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avo.mle.mr &lt;- mle2(data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inuslogl = Beak.Width ~ dnorm(mean = int + a*Beak.Depth + b*Beak.Depth^2 +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*Beak.Length_Nares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	sd = sd),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start = list(int = 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a = 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b = 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c = 0,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sd = 1))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avo.lm.mr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formula = Beak.Width ~ poly(Beak.Depth,2) +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Beak.Length_Nares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these and compare fits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model so far?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Use AICtab() to figure out which model(s) are the best so far</a:t>
            </a:r>
            <a:endParaRPr/>
          </a:p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 predictors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far we’ve been using continuous predictors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about categorical?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Same basic approach, but then its called an ANOVA rather than a linear model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ANOVA = analysis of variance</a:t>
            </a:r>
            <a:endParaRPr/>
          </a:p>
        </p:txBody>
      </p:sp>
      <p:sp>
        <p:nvSpPr>
          <p:cNvPr id="181" name="Google Shape;18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 predictors</a:t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test </a:t>
            </a:r>
            <a:r>
              <a:rPr lang="en"/>
              <a:t>whether</a:t>
            </a:r>
            <a:r>
              <a:rPr lang="en"/>
              <a:t> different habitats have different beak widths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avo.lm.anova.1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					formula = Beak.Width ~ Habitat)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avo.lm.anova.2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formula = Beak.Width ~ Habitat-1)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is the difference between these models?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88" name="Google Shape;18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 predictors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default, the first category is used as the “intercept”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Everything else is then relative to that intercept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Useful if you have one </a:t>
            </a:r>
            <a:r>
              <a:rPr lang="en"/>
              <a:t>category that is a “control”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you’ll know which values are more/less than the control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Removing the intercept with -1 forces each group to get its own covariate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Easier to interpret directly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Statistically identical in terms of model fit</a:t>
            </a:r>
            <a:endParaRPr/>
          </a:p>
        </p:txBody>
      </p:sp>
      <p:sp>
        <p:nvSpPr>
          <p:cNvPr id="195" name="Google Shape;19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Multi-way ANOVA</a:t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ANOVA, but with multiple categorical predictors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avo.lm.multianova.1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formula = Beak.Width ~ Habitat + Trophic.Niche -1 )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avo.lm.multianova.2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200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formula = Beak.Width ~ Habitat * Trophic.Niche -1)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is the difference between these two? Which fits better?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02" name="Google Shape;20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Multi-way ANOVA</a:t>
            </a:r>
            <a:endParaRPr/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ANOVA data: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summary(avo.lm.multianova.2)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Tests </a:t>
            </a:r>
            <a:r>
              <a:rPr lang="en"/>
              <a:t>whether</a:t>
            </a:r>
            <a:r>
              <a:rPr lang="en"/>
              <a:t> each individual covariate differs from zero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anova(avo.lm.multianova.2)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Tests parameter as a whole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avo.lm.multianova.2 |&gt; aov() |&gt; TukeyHSD()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Tests pairwise comparisons for all factor levels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these and inspect the outputs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09" name="Google Shape;20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have categorical and continuous?</a:t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ANCOVA (analysis of covariance)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</a:t>
            </a:r>
            <a:r>
              <a:rPr lang="en"/>
              <a:t>lows intercepts to vary by group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slopes to vary by group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Similar syntax to the rest of lm()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Any idea how we would construct a model where: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Slope of Beak.Width vs Beak.Length varies by trophic niche?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trophic niche has their own intercept?</a:t>
            </a:r>
            <a:endParaRPr/>
          </a:p>
        </p:txBody>
      </p:sp>
      <p:sp>
        <p:nvSpPr>
          <p:cNvPr id="216" name="Google Shape;21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ANCOVA</a:t>
            </a:r>
            <a:endParaRPr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avo.ancova.1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formula = Beak.Width ~ Beak.Depth + Trophic.Niche -1 )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avo.ancova.2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formula = Beak.Width ~ Beak.Depth * Trophic.Niche -1 )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How do these models differ in terms of slope and intercept?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Which fits best? What does that mean biologically?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23" name="Google Shape;22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lm(), try to construct the best model you can of Beak.Width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Is the best you find an anova,ancova, or lm?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parameters did you use?</a:t>
            </a:r>
            <a:endParaRPr/>
          </a:p>
        </p:txBody>
      </p:sp>
      <p:sp>
        <p:nvSpPr>
          <p:cNvPr id="230" name="Google Shape;23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9.3 - 9.4</a:t>
            </a:r>
            <a:endParaRPr/>
          </a:p>
        </p:txBody>
      </p:sp>
      <p:sp>
        <p:nvSpPr>
          <p:cNvPr id="236" name="Google Shape;23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