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fd3c1ee2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fd3c1ee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fd3c1ee2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fd3c1ee2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fd3c1ee2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fd3c1ee2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fd3c1ee2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fd3c1ee2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5bc2b2b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5bc2b2b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fdd263a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fdd263a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fd3c1ee2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fd3c1ee2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fd3c1ee2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fd3c1ee2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fd3c1ee2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fd3c1ee2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fd3c1ee2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fd3c1ee2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fd3c1ee2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fd3c1ee2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fd3c1ee2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fd3c1ee2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d3c1ee2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fd3c1ee2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fd3c1ee2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fd3c1ee2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fd3c1ee2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fd3c1ee2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fd3c1ee2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6fd3c1ee2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fd3c1ee2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fd3c1ee2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fd3c1ee2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fd3c1ee2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fd3c1ee2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fd3c1ee2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fd3c1ee2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6fd3c1ee2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fd3c1ee2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fd3c1ee2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fd3c1ee20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fd3c1ee2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fd3c1ee2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6fd3c1ee2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fd3c1ee2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6fd3c1ee2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fd3c1ee2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6fd3c1ee2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fd3c1ee2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fd3c1ee2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fd3c1ee20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6fd3c1ee2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tinyurl.com/codesharingdata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r4ds.hadley.nz/data-transform.html" TargetMode="External"/><Relationship Id="rId4" Type="http://schemas.openxmlformats.org/officeDocument/2006/relationships/hyperlink" Target="https://r4ds.hadley.nz/workflow-styl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</a:t>
            </a:r>
            <a:r>
              <a:rPr lang="en"/>
              <a:t>ized</a:t>
            </a:r>
            <a:r>
              <a:rPr lang="en"/>
              <a:t> Linear Models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Assignment</a:t>
            </a:r>
            <a:r>
              <a:rPr lang="en" sz="1800"/>
              <a:t> 4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GLMs (9.3 - 9.4)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4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to assignment 4, but using lm, glm, etc. (i.e., Chapter 9)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can convert models from previous assignments into the lm()/glm(), but you should also test a few new models as part of this exercise.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4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dentify one or more biologically interesting questions, then: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Construct several candidate models (for each question)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model, you should: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 documentation as to why you constructed the model as you did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Explain the biological/ecological interpretation of that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which model(s) you think are best (for each question)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4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details are laid out on the assignment page (linked from Canvas)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Turn in as usual (file or Github link on canvas)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4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Previously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talked about lms and fitted a bunch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These all focus on linear models and normal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Today we cover models that are a bit more flexible</a:t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Nonlinear Least Squares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Don’t require linearity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Still requires a normal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Very similar syntax to lm()</a:t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Nonlinear Least Squares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packages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  library(readr)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library(bbmle)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library(tidyverse)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library(emdbook)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Get tadpole data: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data(ReedfrogFuncresp)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plot(ReedfrogFuncresp$Killed ~ ReedfrogFuncresp$Initial) </a:t>
            </a:r>
            <a:endParaRPr/>
          </a:p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Nonlinear Least Squares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has one predictor (Initial #) and one response (# killed)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there could be some non-linearity there?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fit a lm we would use: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frog.lm &lt;- lm(Initial ~ 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data = ReedfrogFuncresp)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now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Nonlinear Least Squares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frog.lm &lt;- lm(Initial ~ 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data = ReedfrogFuncresp)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equivalent nls call 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frog.nls.0 &lt;- nls(Initial ~ int + a*Killed,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data = ReedfrogFuncresp)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is different in the model specifications?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the code for the nls and compare AICs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Nonlinear Least Squares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far the models aren’t non-linear.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allow nonlinearity: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frog.nls.1 &lt;- nls(Initial ~ int+ a*Killed^b,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data = ReedfrogFuncresp)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this and compare the AICs with the </a:t>
            </a:r>
            <a:r>
              <a:rPr lang="en"/>
              <a:t>previous</a:t>
            </a:r>
            <a:r>
              <a:rPr lang="en"/>
              <a:t> models.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is best?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Nonlinear Least Squares: fir trees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a different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data(FirDBHFec_sum)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FirDBHFec_sum &lt;- na.omit(FirDBHFec_sum)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plot(FirDBHFec_sum$fecundity ~ FirDBHFec_sum$DBH)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dataset has one response (fecundity), two predictors (DBH, pop)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Appears to be stronger non-linearity 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Nonlinear Least Squares: fir trees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an nls() model equivalent 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lm(fecundity ~ DBH, data=FirDBHFec_sum)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Nonlinear Least Squares: fir trees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should have something like: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fir.nls.0 &lt;- nls(fecundity ~ int+ a*DBH,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data = FirDBHFec_sum)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How might we add in non-linearity?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Make a model that allows non-linearity and compare the AICs.  Which is better?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ls with categorical data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want to add in a categorical variable?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Generalize Nonlinear Least Squares (GNLS)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Syntax similar to mle2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nlsList()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Fits separate models for each level</a:t>
            </a:r>
            <a:endParaRPr/>
          </a:p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nlsList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library(nlme)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fir.nlslist &lt;- nlsList(model = fecundity ~ int + a*DBH^b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| pop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			data = FirDBHFec_sum,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			start = coef(fir.nls.1))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summary(fir.nlslist)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“| pop” tells it to fit this model for each category in pop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Since it fits multiple models, it gives multiple AIC values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AICtab(fir.nlslist, base = TRUE)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gnls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our best nls model: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fir.nls.1 &lt;- nls(fecundity ~ int+ a*DBH^b,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data = FirDBHFec_sum)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how the gnls version looks: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fir.gnls.0 &lt;- gnls(fecundity ~ int + a*DBH^b,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data = FirDBHFec_sum,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params = list(int ~ 1, a ~ 1, b ~ 1),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start= list(int = 0.58, a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= 0.5,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b = 2),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ontrol = list(tolerance = 10)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model now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gnls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fir.gnls.0 &lt;- gnls(fecundity ~ int + a*DBH^b,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data = FirDBHFec_sum,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params = list(int ~ 1, a ~ 1, b ~ 1),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start= list(int = 0.58, a = 0.5, b = 2),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control = list(tolerance = 10)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Params: ~ 1 specifies that there aren’t group-specific 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Start: start values needed for each parameter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Control: not always needed, but here helps fitting</a:t>
            </a:r>
            <a:endParaRPr/>
          </a:p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gnls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8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modify this to allow for population-specific exponents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fir.gnls.1 &lt;- gnls(fecundity ~ int+a*DBH^b,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data = FirDBHFec_sum %&gt;% na.omit(),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params = list(int ~ 1, a ~ 1,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b ~ pop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start= list(int = 0.58, a = 0.5,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b = c(2,2)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control=list(tolerance=10))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●"/>
            </a:pPr>
            <a:r>
              <a:rPr lang="en">
                <a:solidFill>
                  <a:srgbClr val="980000"/>
                </a:solidFill>
              </a:rPr>
              <a:t>Try this and see how it compares to the other models.</a:t>
            </a:r>
            <a:endParaRPr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●"/>
            </a:pPr>
            <a:r>
              <a:rPr lang="en">
                <a:solidFill>
                  <a:srgbClr val="980000"/>
                </a:solidFill>
              </a:rPr>
              <a:t>Then, make a model that has the intercept varying by population</a:t>
            </a:r>
            <a:endParaRPr>
              <a:solidFill>
                <a:srgbClr val="98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400"/>
              <a:buChar char="○"/>
            </a:pPr>
            <a:r>
              <a:rPr lang="en">
                <a:solidFill>
                  <a:srgbClr val="980000"/>
                </a:solidFill>
              </a:rPr>
              <a:t>How does that compare?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81" name="Google Shape;18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GLMs</a:t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have a non-normal distribution?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That’s where General</a:t>
            </a:r>
            <a:r>
              <a:rPr b="1" lang="en"/>
              <a:t>ized</a:t>
            </a:r>
            <a:r>
              <a:rPr lang="en"/>
              <a:t> Linear Models come 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Allows for non-normality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Distributions must be in the exponential family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Includes: normal, poisson, binomial, gamma and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?family</a:t>
            </a:r>
            <a:r>
              <a:rPr lang="en"/>
              <a:t> for options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Syntax is similar to lm() but you specify the family (i.e., the distribution to use)</a:t>
            </a:r>
            <a:endParaRPr/>
          </a:p>
        </p:txBody>
      </p:sp>
      <p:sp>
        <p:nvSpPr>
          <p:cNvPr id="188" name="Google Shape;18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GLMs</a:t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grab some data on publishing trends in ecology and </a:t>
            </a:r>
            <a:r>
              <a:rPr lang="en"/>
              <a:t>evolutionary</a:t>
            </a:r>
            <a:r>
              <a:rPr lang="en"/>
              <a:t> biology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Includes binary responses (code/data shared, Binomial)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Includes citation rate (0 to Inf, Right skewed, Poisson is sensible)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code_data &lt;- read_rds("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https://tinyurl.com/codesharingdata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and load the data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GLMs: Binomial</a:t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343150" lvl="0" marL="23431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how we’d write the lm:</a:t>
            </a:r>
            <a:endParaRPr/>
          </a:p>
          <a:p>
            <a:pPr indent="-2343150" lvl="0" marL="23431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343150" lvl="0" marL="28003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code.lm  &lt;- lm(formula = r_scripts_available ~ year + data_available + open_access,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343150" lvl="0" marL="28003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data = code_data)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343150" lvl="0" marL="23431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343150" lvl="0" marL="23431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how we write the glm:</a:t>
            </a:r>
            <a:endParaRPr/>
          </a:p>
          <a:p>
            <a:pPr indent="-2343150" lvl="0" marL="23431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343150" lvl="0" marL="28003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code.glm1  &lt;- glm(formula = r_scripts_available ~ year +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data_available + open_access,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                family = binomial,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data = code_data)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both of these and compare AICs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02" name="Google Shape;20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Predict()</a:t>
            </a:r>
            <a:endParaRPr/>
          </a:p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AIC isn’t the only indicator to use.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the quality of the model predictions using predict()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predict() allows you to get predictions with a fitted model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</a:t>
            </a:r>
            <a:r>
              <a:rPr lang="en"/>
              <a:t>y default gives predictions for the original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also predict using NEW data</a:t>
            </a:r>
            <a:endParaRPr/>
          </a:p>
        </p:txBody>
      </p:sp>
      <p:sp>
        <p:nvSpPr>
          <p:cNvPr id="209" name="Google Shape;20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Predict()</a:t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plot(predict(code.lm) ~ code_data$year)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abline(h = 0)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plot(plogis(predict(code.glm)) ~ code_data$year)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abline(h = 0)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plogis() is needed to transform the predictions back to the original scale.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Since GLMs use linearizing functions, </a:t>
            </a:r>
            <a:r>
              <a:rPr lang="en"/>
              <a:t>you</a:t>
            </a:r>
            <a:r>
              <a:rPr lang="en"/>
              <a:t> need to back-transform predictions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these now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16" name="Google Shape;21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Predict()</a:t>
            </a:r>
            <a:endParaRPr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also use predict to get confidence and </a:t>
            </a:r>
            <a:r>
              <a:rPr lang="en"/>
              <a:t>prediction</a:t>
            </a:r>
            <a:r>
              <a:rPr lang="en"/>
              <a:t> intervals: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predict(code.lm, interval = "confidence")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predict(code.lm, interval = "prediction")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Notice anything about the predicted values?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Predict()</a:t>
            </a:r>
            <a:endParaRPr/>
          </a:p>
        </p:txBody>
      </p:sp>
      <p:sp>
        <p:nvSpPr>
          <p:cNvPr id="229" name="Google Shape;22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clearly binary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Normal model makes impossible predictions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Support choice of binomial, regardless of AIC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AIC?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doesn’t work when comparing continuous vs discrete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is a cautionary tale!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Fine to compare continuous vs continuous, or discrete vs discrete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Poisson</a:t>
            </a:r>
            <a:endParaRPr/>
          </a:p>
        </p:txBody>
      </p:sp>
      <p:sp>
        <p:nvSpPr>
          <p:cNvPr id="236" name="Google Shape;23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citations.glm0 &lt;- glm(data = code_data,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family = "poisson",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formula = citations ~ age_y)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model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Does age explain the number of citations?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243" name="Google Shape;24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 to improve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citations.glm0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Lots of other variables in the dataset you can try adding as predictors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Ask if you don’t know what a field contains</a:t>
            </a:r>
            <a:endParaRPr/>
          </a:p>
        </p:txBody>
      </p:sp>
      <p:sp>
        <p:nvSpPr>
          <p:cNvPr id="244" name="Google Shape;24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“R for Data Science” chapters 3 and 4: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https://r4ds.hadley.nz/data-transform.html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https://r4ds.hadley.nz/workflow-style.html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 be a quiz on these</a:t>
            </a:r>
            <a:endParaRPr/>
          </a:p>
        </p:txBody>
      </p:sp>
      <p:sp>
        <p:nvSpPr>
          <p:cNvPr id="250" name="Google Shape;25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