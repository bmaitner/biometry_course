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2062905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2062905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fd3c1ee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fd3c1ee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2c5a3b3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2c5a3b3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2c5a3b35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2c5a3b35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2c5a3b3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2c5a3b3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2c5a3b35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2c5a3b35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2c5a3b3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2c5a3b3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2c5a3b35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2c5a3b35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2c5a3b35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2c5a3b35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2c5a3b35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2c5a3b35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2c5a3b35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2c5a3b35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2c5a3b35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2c5a3b35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2c5a3b35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2c5a3b35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2c5a3b35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2c5a3b35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c5a3b35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c5a3b35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2c5a3b35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2c5a3b35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2c5a3b35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2c5a3b35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2c5a3b35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2c5a3b35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2c5a3b35c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2c5a3b35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2c5a3b35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2c5a3b35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2c5a3b35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2c5a3b35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2c5a3b35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2c5a3b35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2c5a3b35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2c5a3b35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2c5a3b35c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2c5a3b35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2c5a3b35c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2c5a3b35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2c5a3b35c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2c5a3b35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2c5a3b35c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2c5a3b35c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hadley.github.io/genzplyr/index.html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r4ds.hadley.nz/data-tid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Into the Tidyverse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Tidyverse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tidyverse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collection of R packages built on a similar syntax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Functions/packages designed to work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useful for data wrangling and data visualization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people find them more intuitive than base 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Tidyverse update!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https://hadley.github.io/genzplyr/index.html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Genzplyr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 what dplyr does, but using Gen Z slang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on Assignment 4 for 1% extra credit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3000" y="537925"/>
            <a:ext cx="2785725" cy="27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dplyr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for data wrangling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readable than base R (to most)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Downside is that the syntax is still evolving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Designed for use with pipes: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%&gt;%</a:t>
            </a:r>
            <a:r>
              <a:rPr lang="en"/>
              <a:t> 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dplyr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plyr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 in a data.frame (or tibble)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 something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Return a data.frame (or tibble)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means that you can easily chain functions together with pipes!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ata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do_something()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do_something_else()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data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work with the Avonet data again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 &lt;- read_rds("https://tinyurl.com/avonetdata")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ahead and load the data now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on rows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going to start by talking about function that operate on rows: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filter()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arrange()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distinct()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data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base 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parrot_fam1 &lt;- avo[which(avo$Family1 == "Psittacidae"),]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dplyr: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parrot_fam2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filter(Family1 == "Psittacidae")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Try these now and see if you notice any differences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on multiple columns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 R we can use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“&amp;” </a:t>
            </a:r>
            <a:r>
              <a:rPr lang="en"/>
              <a:t>(AND) </a:t>
            </a:r>
            <a:r>
              <a:rPr lang="en"/>
              <a:t>to specify that multiple conditions have to be met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“|” </a:t>
            </a:r>
            <a:r>
              <a:rPr lang="en"/>
              <a:t>(OR) </a:t>
            </a:r>
            <a:r>
              <a:rPr lang="en"/>
              <a:t>(vertical line) to specify that either condition can be met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used to make our filtering more complex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(Note that my favorite Star Wars media is thus “&amp;|”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on multiple columns: &amp;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forest_parrots1 &lt;- avo[which(avo$Family1 == "Psittacidae"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avo$Habitat == "Forest"),]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forest_parrots2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filter(Family1 == "Psittacidae"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		Habitat == "Forest")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forest_parrots3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			 filter(Family1 == "Psittacidae")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			 filter(Habitat == "Forest")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Are these all equivalent? Try them and find out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on multiple columns: &amp;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Filter the avo dataset to only include:</a:t>
            </a:r>
            <a:endParaRPr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A single order (of your choice)</a:t>
            </a:r>
            <a:endParaRPr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A single trophic level</a:t>
            </a:r>
            <a:endParaRPr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on multiple columns: |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parrots_or_cockatoos &lt;-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filter(Family1 == "Psittacidae" |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Family1 == "Cacatuidae")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using “%in%” and a vector: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parrots_or_cockatoos2 &lt;-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filter(Family1 %in% c("Psittacidae","Cacatuidae")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running these now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on multiple columns: &amp; and |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 say we wanted to only keep forest parrots OR woodland cockatoos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need to make our filter more complex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combine &amp;, |, and () to </a:t>
            </a:r>
            <a:r>
              <a:rPr lang="en"/>
              <a:t>achieve</a:t>
            </a:r>
            <a:r>
              <a:rPr lang="en"/>
              <a:t>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fp_or_wc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filter(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Family1 == "Psittacidae"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Habitat == "Forest"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Family1 == "Cacatuidae"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Habitat == "Woodland"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now! What would happen if we forgot the grouping parentheses?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on multiple columns: &amp; and |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a version of the data that only contains: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Forest Carnivores in either the family "Accipitridae" or "Falconidae"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your data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“arrange” to sort by a column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avo_by_mass &lt;-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arrange(Mass)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avo_by_mass_dec &lt;-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arrange(-Mass)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avo_by_mass_dec2 &lt;-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arrange(desc(Mass))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Use this syntax to figure out which bird has the longest wings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distinct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remove duplicate rows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avo_no_dupes &lt;-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distinct()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also be used on particular fields, combinations of fields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avo_fams &lt;-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distinct(Family1)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family_trophic_levels &lt;-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distinct(Family1, Trophic.Level)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do these two data frames contain?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on columns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also function that operate on columns: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mutate()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rename()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select()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relocate()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Mutate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used to create new variables or </a:t>
            </a:r>
            <a:r>
              <a:rPr lang="en"/>
              <a:t>modify</a:t>
            </a:r>
            <a:r>
              <a:rPr lang="en"/>
              <a:t> existing 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Let’s </a:t>
            </a:r>
            <a:r>
              <a:rPr lang="en"/>
              <a:t>create</a:t>
            </a:r>
            <a:r>
              <a:rPr lang="en"/>
              <a:t> a variable calculating the difference bt beak length measures: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avo_w_beak_diff &lt;-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mutate(beak_length_difference 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Beak.Length_Culmen - Beak.Length_Nares)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Which bird has the largest difference between these measurements?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Selects fields to keep (or remove)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Keep only family, species, mass: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fsm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select(Family1, Species1, Mass)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Toss range size: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no_rangesize &lt;-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 |&gt; select(!Range.Size)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these out now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also use the “:” syntax to select multiple fields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avo_tax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select(Species1:Order1)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and see if you understand what it did.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How would you remove Primary.Lifestyle, Range.Size and </a:t>
            </a:r>
            <a:r>
              <a:rPr lang="en">
                <a:solidFill>
                  <a:srgbClr val="980000"/>
                </a:solidFill>
              </a:rPr>
              <a:t>everything</a:t>
            </a:r>
            <a:r>
              <a:rPr lang="en">
                <a:solidFill>
                  <a:srgbClr val="980000"/>
                </a:solidFill>
              </a:rPr>
              <a:t> in between?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Rename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say we wanted to remove the 1s from the taxonomic variables: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rename(Species = Species1,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Family = Family1,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Order = Order1)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Rename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you can do this during a select() as well: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avo_tax2 &lt;-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select(Species = Species1,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Family = Family1,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Order = Order1,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Mass)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Relocate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 easier to have important variables on the left-most columns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avo_relocated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relocate(Order1,Family1,Species1,Mass,Wing.Length)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and look at the avo_relocated dataframe.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Why are only some of the variables relocated?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Grouping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“group” rows of data together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you to create summary statistics for those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Usually combined with another function like summarize()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Important functions: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group_by()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ungroup()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summarize()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slice..</a:t>
            </a:r>
            <a:endParaRPr/>
          </a:p>
        </p:txBody>
      </p:sp>
      <p:sp>
        <p:nvSpPr>
          <p:cNvPr id="217" name="Google Shape;21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group_by()</a:t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add in family level mean mass information: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avo_w_family_mass &lt;- avo 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group_by(Family1)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mutate(fam_mean_mass = mean(Mass))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see if the results make sense.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ONLY wanted the data at the family level, we can use summarize: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family_mass &lt;- avo 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group_by(Family1)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summarise(Mean_Mass = mean(Mass))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this.  How many columns and how many rows do you get back. Why these?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31" name="Google Shape;23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 functions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return a subset of data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Can be used to see just the first, the last, or a random sample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Useful for examining a subset of data (speeds up analyses)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Useful for subsetting biggest/smallest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Include: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slice_head()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slice_tail()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slice_min()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slice_max()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slice_sample()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 functions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get the largest bird species in each family: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biggest_in_fams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group_by(Family1)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slice_max(Mass,n = 1)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select(Family1, Species1, Mass)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would we modify this to get the smallest bird in each family?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“R for Data Science” chapter 5: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https://r4ds.hadley.nz/data-tidy.html</a:t>
            </a:r>
            <a:r>
              <a:rPr lang="en"/>
              <a:t>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be a quiz</a:t>
            </a:r>
            <a:endParaRPr/>
          </a:p>
        </p:txBody>
      </p:sp>
      <p:sp>
        <p:nvSpPr>
          <p:cNvPr id="251" name="Google Shape;25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