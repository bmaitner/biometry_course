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7CD0CF-D9FF-4B88-A60E-46BE819F329C}">
  <a:tblStyle styleId="{667CD0CF-D9FF-4B88-A60E-46BE819F32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bc2b2b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bc2b2b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d7c3403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d7c3403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d7c3403b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d7c3403b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d7c3403b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d7c3403b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d7c3403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d7c3403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d7c3403b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d7c3403b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d7c3403b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d7c3403b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d7c3403b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d7c3403b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d7c3403b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d7c3403b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d7c3403b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d7c3403b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d7c3403b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d7c3403b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d7c3403b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d7c3403b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d7c3403b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d7c3403b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d7c3403b5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d7c3403b5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d7c3403b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d7c3403b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d7c3403b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d7c3403b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d7c3403b5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d7c3403b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d7c3403b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d7c3403b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d7c3403b5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d7c3403b5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d7c3403b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d7c3403b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d7c3403b5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9d7c3403b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d7c3403b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9d7c3403b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dd85a5f7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9dd85a5f7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dd85a5f7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9dd85a5f7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dd85a5f7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dd85a5f7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dd85a5f7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9dd85a5f7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dd85a5f7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9dd85a5f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dd85a5f7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9dd85a5f7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Limits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Confidence limits (7.5)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time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discussed issues with model fitting and how to deal with them.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Today, we’ll work on understanding confidence limits of a model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(Previously we’ve talked about PARAMETER confidence limits)</a:t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some data and a model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library(emdbook)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library(bbmle)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data(GobySurvival)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subset data to a single density treatment, single experiment, and better than median quality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dat &lt;- subset(GobySurvival,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exper == 1 &amp;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density == 9 &amp;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qual &gt; median(qual))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estimate survival time based on the last time it was observed and the last time it wasn't observed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time &lt;- (dat$d1 + dat$d2)/2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some data and a model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our model we’ll use a Weibull distribution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Similar to Gamma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Models time to failure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weiblikfun &lt;- function(shape, scale)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-sum(dweibull(time,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shape = shape,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scale = scale,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log = TRUE)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 our model using mle2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w1 &lt;- mle2(weiblikfun,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			start = list(shape = 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scale = mean(time)))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</a:rPr>
              <a:t>Run the your code and make sure your model fit alright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parameters and confidence intervals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anyone remember how to get the model parameters?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about the confidence intervals on the model parameters?</a:t>
            </a:r>
            <a:endParaRPr/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parameters and confidence intervals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Model parameter estimates:</a:t>
            </a:r>
            <a:r>
              <a:rPr lang="en"/>
              <a:t>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summary(w1)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Model parameter CIs: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confint(w1)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</a:rPr>
              <a:t>What are the 95% confidence intervals for the 2 parameters?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parameters and confidence intervals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05" name="Google Shape;105;p20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{667CD0CF-D9FF-4B88-A60E-46BE819F329C}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estimate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2.5%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97.5%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shape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0.92074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0.6248949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1.281101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scale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14.37754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8.0469975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24.766768</a:t>
                      </a:r>
                      <a:endParaRPr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parameter uncertainty to function uncertainty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now know the uncertainty of the shape and scale parameters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how do we get the uncertainty of survival?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Re-parameterize your model (see 7.5.1.1): involves math, works for some 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Constrain/penalize the model ( see 7.5.1.2): a coding hassle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Derivative-based estimates (see 7.5.2): requires derivative stuff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Population Prediction intervals: work for anything</a:t>
            </a:r>
            <a:endParaRPr/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parameter uncertainty to function uncertainty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now know the uncertainty of the shape and scale parameters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how do we get the uncertainty of survival?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Re-parameterize your model (see 7.5.1.1): involves math, works for some 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Constrain/penalize the model ( see 7.5.1.2): a coding hassle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Derivative-based estimates (see 7.5.2): requires derivative stuff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Population Prediction intervals: work for anything</a:t>
            </a:r>
            <a:endParaRPr b="1"/>
          </a:p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Prediction Intervals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Randomly draw from fitted parameter combinations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Evaluate the </a:t>
            </a:r>
            <a:r>
              <a:rPr lang="en"/>
              <a:t>function</a:t>
            </a:r>
            <a:r>
              <a:rPr lang="en"/>
              <a:t> at each combination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Calculate the CI of those values</a:t>
            </a:r>
            <a:endParaRPr/>
          </a:p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Prediction Intervals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library(MASS)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# Draw from the parameter distribution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vmat &lt;- mvrnorm(1000,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mu = coef(w1),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Sigma = vcov(w1))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 and inspecies the vmat object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Prediction Intervals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 an output object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survival_time_estimates &lt;- numeric(nrow(vmat))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Write a function to calculate the mean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meanfun &lt;- function(shape, scale)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scale * gamma(1 + 1/shape)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Prediction Intervals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loop to calculate the mean at each value: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for(i in 1:length(survival_time_estimates)){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survival_time_estimates[i] &lt;- meanfun(vmat[i, 1], vmat[i, 2])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Calculate the CI using quantiles </a:t>
            </a:r>
            <a:endParaRPr/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survival_CI  &lt;- quantile(survival_time_estimates,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c(0.025, 0.975))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this. What are the CI limits you found?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Prediction Intervals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now have an estimate for survival, as well as a 95% CI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if we have a more complicated function?</a:t>
            </a:r>
            <a:endParaRPr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 on a linear model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We’re going to grab a different dataset for a more complicated model: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library(readr)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library(tidyverse)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avo &lt;- read_rds("https://tinyurl.com/avonetdata") %&gt;%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filter(Family1 == "Momotidae") %&gt;%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arrange(Beak.Length_Nares)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code gets the data for Motmots and arranges it by Beak length</a:t>
            </a:r>
            <a:endParaRPr/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 on a linear model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we fit a model: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avo_model &lt;- mle2(Beak.Length_Culmen ~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743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dnorm(mean = int + Beak.Length_Nares*b,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sd = sd),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start = list(int=1, b=1, sd=2),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743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data=avo)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743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 and make sure it fit alright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68" name="Google Shape;16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 on a linear model</a:t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before, we’ll sample from 1000 draws from the model coefficient surface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avo_vmat &lt;- mvrnorm(1000,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mu = coef(avo_model),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Sigma = vcov(avo_model))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We need an output </a:t>
            </a:r>
            <a:r>
              <a:rPr b="1" lang="en"/>
              <a:t>matrix</a:t>
            </a:r>
            <a:r>
              <a:rPr lang="en"/>
              <a:t> since we'll have multiple estimates (1 per species)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avo_estimates &lt;- matrix(nrow = 1000,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ncol = nrow(avo))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5" name="Google Shape;17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 on a linear model</a:t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before, we’ll sample from 1000 draws from the model coefficient surface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avo_vmat &lt;- mvrnorm(1000,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mu = coef(avo_model),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Sigma = vcov(avo_model))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We need an output </a:t>
            </a:r>
            <a:r>
              <a:rPr b="1" lang="en"/>
              <a:t>matrix</a:t>
            </a:r>
            <a:r>
              <a:rPr lang="en"/>
              <a:t> since we'll have multiple estimates (1 per species)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avo_estimates &lt;- matrix(nrow = 1000,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ncol = nrow(avo))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" name="Google Shape;18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 on a linear model</a:t>
            </a:r>
            <a:endParaRPr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before, we use a for() loop to evaluate the function at each value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However, this time we get multiple values at each step (one per species)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for(i in 1:nrow(avo_estimates)){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parms_i &lt;- avo_vmat[i,]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estimates_i &lt;- parms_i[1] + parms_i[2]*avo$Beak.Length_Nares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avo_estimates[i,] &lt;- estimates_i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Run this and inspect the output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9" name="Google Shape;18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 on a linear model</a:t>
            </a:r>
            <a:endParaRPr/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now have 1000 estimates per each species.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summarize this with a for() loop (although apply would be faster)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avo_estimates_ci &lt;- NULL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for(i in 1:ncol(avo_estimates)){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out_i &lt;- data.frame(mean = mean(avo_estimates[,i]),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low = quantile(avo_estimates[,i], 0.025),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high = quantile(avo_estimates[,i], 0.975))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avo_estimates_ci &lt;- rbind(avo_estimates_ci,out_i)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}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Plotting our function’s CI</a:t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plot(x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= avo$Beak.Length_Culmen)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 avo_estimates_ci$mean,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ol = "blue")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 avo_estimates_ci$low,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ol = "blue", lty = 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 avo_estimates_ci$high,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ol = "blue", lty = 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34"/>
          <p:cNvSpPr txBox="1"/>
          <p:nvPr/>
        </p:nvSpPr>
        <p:spPr>
          <a:xfrm>
            <a:off x="4827475" y="958700"/>
            <a:ext cx="407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Try this out, how does our fit do?</a:t>
            </a:r>
            <a:endParaRPr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CIs: the easy way</a:t>
            </a:r>
            <a:endParaRPr/>
          </a:p>
        </p:txBody>
      </p:sp>
      <p:sp>
        <p:nvSpPr>
          <p:cNvPr id="210" name="Google Shape;21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use the “predict” function to get confidence intervals!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avo_lm &lt;- lm(formula = Beak.Length_Culmen ~ 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data = avo)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avo_ci &lt;- predict(avo_lm,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interval = "confidence",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level = 0.95)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 and check out the output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11" name="Google Shape;21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CIs: the easy way</a:t>
            </a:r>
            <a:endParaRPr/>
          </a:p>
        </p:txBody>
      </p:sp>
      <p:sp>
        <p:nvSpPr>
          <p:cNvPr id="217" name="Google Shape;21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visualize this: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plot(x = avo$Beak.Length_Nares,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 = avo$Beak.Length_Culmen)  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       y = avo_ci[,1], col = "red")  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      y = avo_ci[,2],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ol = "red", lty = 2)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      y = avo_ci[,3],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898">
                <a:latin typeface="Consolas"/>
                <a:ea typeface="Consolas"/>
                <a:cs typeface="Consolas"/>
                <a:sym typeface="Consolas"/>
              </a:rPr>
              <a:t>ol = "red", lty = 2)</a:t>
            </a:r>
            <a:endParaRPr sz="1898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" name="Google Shape;21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CIs: the easy way</a:t>
            </a:r>
            <a:endParaRPr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311700" y="1152475"/>
            <a:ext cx="85206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add our previous fits on top of this: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y = avo_estimates_ci$mean,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col = "blue")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 avo_estimates_ci$low,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ol = "blue", lty = 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 avo_estimates_ci$high,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ol = "blue", lty = 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How similar are the two estimates?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25" name="Google Shape;22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</a:t>
            </a:r>
            <a:r>
              <a:rPr lang="en"/>
              <a:t> Intervals</a:t>
            </a:r>
            <a:endParaRPr/>
          </a:p>
        </p:txBody>
      </p:sp>
      <p:sp>
        <p:nvSpPr>
          <p:cNvPr id="231" name="Google Shape;231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intervals and population </a:t>
            </a:r>
            <a:r>
              <a:rPr lang="en"/>
              <a:t>prediction</a:t>
            </a:r>
            <a:r>
              <a:rPr lang="en"/>
              <a:t> intervals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Focus on fitted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Ignore residual variance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we want to predict future data, we often want to account for residual variance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use prediction intervals for that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use the “predict” function again</a:t>
            </a:r>
            <a:endParaRPr/>
          </a:p>
        </p:txBody>
      </p:sp>
      <p:sp>
        <p:nvSpPr>
          <p:cNvPr id="232" name="Google Shape;23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Intervals</a:t>
            </a:r>
            <a:endParaRPr/>
          </a:p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311700" y="1152475"/>
            <a:ext cx="8520600" cy="37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 and plot out prediction interval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avo_pi &lt;- predict(avo_lm,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interval = "prediction",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level = 0.95)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plot(x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y=avo$Beak.Length_Culmen)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 avo_pi[,1],col="purple")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=avo_pi[,2],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col="purple",lty=2)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=avo_pi[,3],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col="purple",lty=2)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" name="Google Shape;23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Intervals</a:t>
            </a:r>
            <a:endParaRPr/>
          </a:p>
        </p:txBody>
      </p:sp>
      <p:sp>
        <p:nvSpPr>
          <p:cNvPr id="245" name="Google Shape;245;p40"/>
          <p:cNvSpPr txBox="1"/>
          <p:nvPr>
            <p:ph idx="1" type="body"/>
          </p:nvPr>
        </p:nvSpPr>
        <p:spPr>
          <a:xfrm>
            <a:off x="311700" y="1152475"/>
            <a:ext cx="8520600" cy="37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our CI lines to the plot to compare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 avo_ci[,1],col="red")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=avo_ci[,2],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col="red",lty=2)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lines(x = avo$Beak.Length_Nares,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y =avo_ci[,3],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col="red",lty=2)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6" name="Google Shape;24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Take-aways</a:t>
            </a:r>
            <a:endParaRPr/>
          </a:p>
        </p:txBody>
      </p:sp>
      <p:sp>
        <p:nvSpPr>
          <p:cNvPr id="252" name="Google Shape;252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CIs can display uncertainty in your fitted model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Predict is easier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PPIs can be useful when predict doesn’t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PIs display uncertainty in future data (model + residuals)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Always wider than CIs and PPIs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Useful when making predictions or for simulations</a:t>
            </a:r>
            <a:endParaRPr/>
          </a:p>
        </p:txBody>
      </p:sp>
      <p:sp>
        <p:nvSpPr>
          <p:cNvPr id="253" name="Google Shape;25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Skim chapter 8</a:t>
            </a:r>
            <a:endParaRPr/>
          </a:p>
        </p:txBody>
      </p:sp>
      <p:sp>
        <p:nvSpPr>
          <p:cNvPr id="259" name="Google Shape;25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