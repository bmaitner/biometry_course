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4c02cc9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4c02cc9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5bc2b2b1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5bc2b2b1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5bc2b2b1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5bc2b2b1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5bc2b2b1f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85bc2b2b1f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5bc2b2b1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85bc2b2b1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85bc2b2b1f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85bc2b2b1f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85bc2b2b1f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85bc2b2b1f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5bc2b2b1f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5bc2b2b1f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5bc2b2b1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5bc2b2b1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5bc2b2b1f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5bc2b2b1f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5bc2b2b1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85bc2b2b1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5bc2b2b1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85bc2b2b1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5bc2b2b1f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85bc2b2b1f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5bc2b2b1f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85bc2b2b1f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5bc2b2b1f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85bc2b2b1f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5bc2b2b1f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85bc2b2b1f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85bc2b2b1f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85bc2b2b1f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5bc2b2b1f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85bc2b2b1f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85bc2b2b1f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85bc2b2b1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64c02cc92f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64c02cc92f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9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Likelihood II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897850"/>
            <a:ext cx="8520600" cy="25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Today’s agenda: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Estimating complex functions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Last time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Likelihood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Functions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Different options for optimizing (optim, mle2, brute force)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How to identify the parameter for a simple model that maximizes likelihood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But we only did models with a single parameter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 we do when there are lots of parameters?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return to the tadpole predation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Remember, the experiment involved different treatments: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Tadpole size variation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Predation (presence/absence)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Stocking density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Last time we picked one density level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What if we want to understand how density impact predation rate?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 we do when there are lots of parameters?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Load and plot the dataset: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data("ReedfrogFuncresp")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Plot both: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Number Killed ~ Initial density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Per capita death rate ~ Initial density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Predation model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We’ll model predation using a type II functional response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0377"/>
              <a:buFont typeface="Arial"/>
              <a:buNone/>
            </a:pPr>
            <a:r>
              <a:rPr lang="en" sz="2724"/>
              <a:t>p </a:t>
            </a:r>
            <a:r>
              <a:rPr lang="en" sz="2724"/>
              <a:t>= a/ (1+a*h*N)</a:t>
            </a:r>
            <a:endParaRPr sz="2724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p = predation rate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a = attack rate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h = handling time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 = number of prey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2375" y="1849200"/>
            <a:ext cx="4761625" cy="329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Predation model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We’ll model predation using a type II functional response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724"/>
              <a:t>p = a/ (1+a*h*N)</a:t>
            </a:r>
            <a:endParaRPr sz="2724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 = predation rate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= attack rate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 = handling time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 = number of prey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2375" y="1849200"/>
            <a:ext cx="4761625" cy="32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/>
        </p:nvSpPr>
        <p:spPr>
          <a:xfrm>
            <a:off x="3331875" y="1599550"/>
            <a:ext cx="5547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80000"/>
                </a:solidFill>
              </a:rPr>
              <a:t>Attack rate is lessened by the amount of time it takes to consume prey.  If handling time is zero, p = a.</a:t>
            </a:r>
            <a:endParaRPr sz="18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the Predation model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you come across a new model, it can be useful to play with it a bit to understand the parameters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Try plotting p ~ 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Try different values for a and h to understand how they control the behavior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What does “a” do? What does “h” do?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 &lt;- .5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 &lt;- .8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N_vec &lt;- 0:20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plot(x = N_vec,y= a/(1+a*h*N_vec),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ylab = "Per capita pred. rate",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xlab = "Number total")</a:t>
            </a:r>
            <a:endParaRPr/>
          </a:p>
        </p:txBody>
      </p:sp>
      <p:sp>
        <p:nvSpPr>
          <p:cNvPr id="95" name="Google Shape;95;p19"/>
          <p:cNvSpPr txBox="1"/>
          <p:nvPr/>
        </p:nvSpPr>
        <p:spPr>
          <a:xfrm>
            <a:off x="5568250" y="2699600"/>
            <a:ext cx="3501900" cy="22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24">
                <a:solidFill>
                  <a:schemeClr val="dk2"/>
                </a:solidFill>
              </a:rPr>
              <a:t>p = a/ (1+a*h*N)</a:t>
            </a:r>
            <a:endParaRPr sz="2724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 = predation rate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 = attack rate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 = handling time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 = number of prey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Predation model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We’ll model predation using a type II functional response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724"/>
              <a:t>p = a/ (1+a*h*N)</a:t>
            </a:r>
            <a:endParaRPr sz="2724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We’ll use a binomial distribution for p (since prey are either eaten or not)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724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724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Translating the predation model to R</a:t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Predation: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pred_prob = a/ (1+a*h*N)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Likelihood: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dbinom(x = k, size = N, prob = pred_prob)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We know k and N, are estimating a and h which tells us p</a:t>
            </a:r>
            <a:endParaRPr/>
          </a:p>
        </p:txBody>
      </p:sp>
      <p:sp>
        <p:nvSpPr>
          <p:cNvPr id="108" name="Google Shape;108;p21"/>
          <p:cNvSpPr txBox="1"/>
          <p:nvPr/>
        </p:nvSpPr>
        <p:spPr>
          <a:xfrm>
            <a:off x="6067175" y="538025"/>
            <a:ext cx="2842200" cy="28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80000"/>
                </a:solidFill>
              </a:rPr>
              <a:t>Reminder:</a:t>
            </a:r>
            <a:endParaRPr sz="1800">
              <a:solidFill>
                <a:srgbClr val="98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980000"/>
                </a:solidFill>
              </a:rPr>
              <a:t>p = predation rate</a:t>
            </a:r>
            <a:endParaRPr sz="1800">
              <a:solidFill>
                <a:srgbClr val="98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980000"/>
                </a:solidFill>
              </a:rPr>
              <a:t>a = attack rate</a:t>
            </a:r>
            <a:endParaRPr sz="1800">
              <a:solidFill>
                <a:srgbClr val="98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980000"/>
                </a:solidFill>
              </a:rPr>
              <a:t>h = handling time</a:t>
            </a:r>
            <a:endParaRPr sz="1800">
              <a:solidFill>
                <a:srgbClr val="98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80000"/>
                </a:solidFill>
              </a:rPr>
              <a:t>N = number of prey</a:t>
            </a:r>
            <a:endParaRPr sz="1800">
              <a:solidFill>
                <a:srgbClr val="98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980000"/>
                </a:solidFill>
              </a:rPr>
              <a:t>K  = number killed</a:t>
            </a:r>
            <a:endParaRPr sz="18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Translating the predation model to R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binomNLL2 &lt;- function(params, N, k){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a = params[1]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h = params[2]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pred_prob = a/ (1+a*h*N)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-sum(dbinom(x = k,size = N, prob = pred_prob, log = TRUE))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}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2"/>
          <p:cNvSpPr txBox="1"/>
          <p:nvPr/>
        </p:nvSpPr>
        <p:spPr>
          <a:xfrm>
            <a:off x="3173300" y="1589625"/>
            <a:ext cx="4804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80000"/>
                </a:solidFill>
              </a:rPr>
              <a:t>Note that since we’re fitting two parameters, </a:t>
            </a:r>
            <a:endParaRPr sz="18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80000"/>
                </a:solidFill>
              </a:rPr>
              <a:t>w</a:t>
            </a:r>
            <a:r>
              <a:rPr lang="en" sz="1800">
                <a:solidFill>
                  <a:srgbClr val="980000"/>
                </a:solidFill>
              </a:rPr>
              <a:t>e use a vector for the params</a:t>
            </a:r>
            <a:endParaRPr sz="18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Optimizing with optim</a:t>
            </a:r>
            <a:endParaRPr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data("ReedfrogFuncresp")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optim(fn = binomNLL2,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par = c(a=.5,h=.2),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N = ReedfrogFuncresp$Initial,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k = ReedfrogFuncresp$Killed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)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Optimizing with mle2</a:t>
            </a:r>
            <a:endParaRPr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parnames(binomNLL2) &lt;- c("a","h")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m2 &lt;- mle2(minuslogl = binomNLL2,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start = c(a=.5,h=2),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data = list(k = ReedfrogFuncresp$Killed,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N = ReedfrogFuncresp$Initial))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4"/>
          <p:cNvSpPr txBox="1"/>
          <p:nvPr/>
        </p:nvSpPr>
        <p:spPr>
          <a:xfrm>
            <a:off x="4977000" y="628300"/>
            <a:ext cx="3476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80000"/>
                </a:solidFill>
              </a:rPr>
              <a:t>Note: mle2 requires you to name parameters of a NLL fx with multiple parms</a:t>
            </a:r>
            <a:endParaRPr sz="18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Checking our results</a:t>
            </a:r>
            <a:endParaRPr/>
          </a:p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the estimated values for a and h?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Did the two approaches give the same values?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Checking our results</a:t>
            </a:r>
            <a:endParaRPr/>
          </a:p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helpful to plot your results to see if they make sense</a:t>
            </a:r>
            <a:endParaRPr/>
          </a:p>
          <a:p>
            <a:pPr indent="-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plot( y = ReedfrogFuncresp$Killed / ReedfrogFuncresp$Initial,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45720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= ReedfrogFuncresp$Initial,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457200" lvl="0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xlab = "Initial Density",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457200" lvl="0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ylab = "Per capita predation rate"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Checking our results</a:t>
            </a:r>
            <a:endParaRPr/>
          </a:p>
        </p:txBody>
      </p:sp>
      <p:sp>
        <p:nvSpPr>
          <p:cNvPr id="146" name="Google Shape;146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Now, add your predicted lines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Combine the equation with fitted parameters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First, we need a vector of x values to evaluate at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x_vec &lt;- min(ReedfrogFuncresp$Initial):max(ReedfrogFuncresp)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Checking our results</a:t>
            </a:r>
            <a:endParaRPr/>
          </a:p>
        </p:txBody>
      </p:sp>
      <p:sp>
        <p:nvSpPr>
          <p:cNvPr id="152" name="Google Shape;152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Now, plug our fitted values into the equation: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 /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(1+a*h*N)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y_vec_optim &lt;-  opt2$par["a"] /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(1 + opt2$par["a"] * opt2$par["h"] * x_vec)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Checking our results</a:t>
            </a:r>
            <a:endParaRPr/>
          </a:p>
        </p:txBody>
      </p:sp>
      <p:sp>
        <p:nvSpPr>
          <p:cNvPr id="158" name="Google Shape;158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this fitted line to your figure using: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lines(x = x_vec, y = y_vec_optim, col = "orange")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it fit reasonably well?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Checking our results</a:t>
            </a:r>
            <a:endParaRPr/>
          </a:p>
        </p:txBody>
      </p:sp>
      <p:sp>
        <p:nvSpPr>
          <p:cNvPr id="164" name="Google Shape;164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check the mle2 results by plotting them in another color.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modify the code we just used: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y_vec_optim &lt;-  opt2$par["a"] /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(1 + opt2$par["a"] * opt2$par["h"] * x_vec)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lines(x = x_vec, y = y_vec_optim, col = "orange")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Hint: mle2 stores parameters using @coef instead of $par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turn!</a:t>
            </a:r>
            <a:endParaRPr/>
          </a:p>
        </p:txBody>
      </p:sp>
      <p:sp>
        <p:nvSpPr>
          <p:cNvPr id="170" name="Google Shape;170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well would a linear </a:t>
            </a:r>
            <a:r>
              <a:rPr lang="en"/>
              <a:t>function</a:t>
            </a:r>
            <a:r>
              <a:rPr lang="en"/>
              <a:t> with a normal distribution fit these data?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Try to work out how you would write a normal NLL function, and then optimize</a:t>
            </a:r>
            <a:endParaRPr/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X = Initial #</a:t>
            </a:r>
            <a:endParaRPr/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 = predation rate (# killed / Initial $)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Hint: sd needs to be positive, so you can optimize </a:t>
            </a:r>
            <a:r>
              <a:rPr i="1" lang="en"/>
              <a:t>e</a:t>
            </a:r>
            <a:r>
              <a:rPr baseline="30000" lang="en"/>
              <a:t>sd</a:t>
            </a:r>
            <a:endParaRPr baseline="300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d =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exp(params[3])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2"/>
          <p:cNvSpPr txBox="1"/>
          <p:nvPr>
            <p:ph idx="1" type="body"/>
          </p:nvPr>
        </p:nvSpPr>
        <p:spPr>
          <a:xfrm>
            <a:off x="311700" y="390475"/>
            <a:ext cx="8520600" cy="41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Remainder of Class: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Work through the example in 6.2.1.2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Before next class: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6.4 (6.4.2 optional),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Skim 6.5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Read 6.3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